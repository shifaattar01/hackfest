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8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256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i-cost-estimator-qmger4ydajvkphwbhs97c8.streamlit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HACKFEST 2026  ·  SCREENING PROPOSAL  ·  DOMAIN 4C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411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Cost Estimation of Building Products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Cost Estimation Engine for Software &amp; Digital Products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web tool that predicts software effort and cost as a range, using public project data and machine learning.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33286"/>
            <a:ext cx="11091672" cy="898634"/>
          </a:xfrm>
          <a:prstGeom prst="roundRect">
            <a:avLst>
              <a:gd name="adj" fmla="val 184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9989" y="2926080"/>
            <a:ext cx="10743727" cy="1068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Innovexa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r>
              <a:rPr lang="en-IN" sz="1400" dirty="0">
                <a:solidFill>
                  <a:srgbClr val="DAE0EA"/>
                </a:solidFill>
                <a:latin typeface="Aptos"/>
              </a:rPr>
              <a:t>Shifa Attar  •  Vaishnavi S Halli  •  Pallavi M </a:t>
            </a:r>
            <a:r>
              <a:rPr lang="en-IN" sz="1400" dirty="0" err="1">
                <a:solidFill>
                  <a:srgbClr val="DAE0EA"/>
                </a:solidFill>
                <a:latin typeface="Aptos"/>
              </a:rPr>
              <a:t>Sunagar</a:t>
            </a:r>
            <a:r>
              <a:rPr lang="en-IN" sz="1400" dirty="0">
                <a:solidFill>
                  <a:srgbClr val="DAE0EA"/>
                </a:solidFill>
                <a:latin typeface="Aptos"/>
              </a:rPr>
              <a:t> • Prithvi K Biradar  •  Poorvi Biradar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Technological University, Hubballi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658368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5488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rely on manual guesswork and individual bias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reuse of historical project data or analogies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Personnel, tooling and cloud costs are unpredictable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budget overruns and schedule delays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4206240"/>
            <a:ext cx="4279392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352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47548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managers &amp; engineering leads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 financial planners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consultancy estimators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Prediction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Gradient Boosting trained on public datasets, compared against a COCOMO II baseline.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88536" y="150876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69164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Calculator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17136" y="2606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predicted effort into cost using team rates, cloud and tool costs entered by the user.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28432" y="1508760"/>
            <a:ext cx="361188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57032" y="16916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703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57032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Range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57032" y="26060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Monte-Carlo simulation shows a P10 / P50 / P90 cost range instead of one number.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76072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48056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effort from simple project inputs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against COCOMO II honestly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cost as a range, not one number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faster, evidence-based first estimates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402336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3434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5166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used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75320" y="402336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5320" y="43434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5166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compared: ML vs COCOMO II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58400" y="402336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0" y="43434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P10-P90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0" y="5166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range shown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vs. Existing Alternatives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508760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1508760"/>
            <a:ext cx="4233672" cy="4572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15087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differently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743200" cy="804672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1031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judgement, planning poker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3840480" cy="804672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210312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Biased, not repeatable, no institutional memory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06640" y="2103120"/>
            <a:ext cx="4233672" cy="804672"/>
          </a:xfrm>
          <a:prstGeom prst="roundRect">
            <a:avLst>
              <a:gd name="adj" fmla="val 13636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2103120"/>
            <a:ext cx="3867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historical project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2743200" cy="804672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175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SEER-SEM, SLIM, COCOMO II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29000" y="3017520"/>
            <a:ext cx="3840480" cy="804672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11880" y="301752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Costly, manual calibration, need structured inputs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06640" y="3017520"/>
            <a:ext cx="4233672" cy="804672"/>
          </a:xfrm>
          <a:prstGeom prst="roundRect">
            <a:avLst>
              <a:gd name="adj" fmla="val 13636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3017520"/>
            <a:ext cx="3867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tool; ML trained on public data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2743200" cy="804672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9319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Roadmaps, MS Project, Monte Carlo forecasters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29000" y="3931920"/>
            <a:ext cx="3840480" cy="804672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11880" y="393192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time, not cost; effort inputs stay manual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3931920"/>
            <a:ext cx="4233672" cy="804672"/>
          </a:xfrm>
          <a:prstGeom prst="roundRect">
            <a:avLst>
              <a:gd name="adj" fmla="val 13636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3931920"/>
            <a:ext cx="3867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effort and cost together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2743200" cy="804672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84632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cost calculators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29000" y="4846320"/>
            <a:ext cx="3840480" cy="804672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11880" y="484632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only; ignore personnel effort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06640" y="4846320"/>
            <a:ext cx="4233672" cy="804672"/>
          </a:xfrm>
          <a:prstGeom prst="roundRect">
            <a:avLst>
              <a:gd name="adj" fmla="val 13636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0" y="4846320"/>
            <a:ext cx="3867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+ cloud + tools in one view, as a range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852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edge: one simple, free tool giving effort, full cost and a probability range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Workflow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94560" cy="6858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project inputs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79776" y="1691640"/>
            <a:ext cx="2194560" cy="68580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91256" y="1691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predicted effort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10912" y="1691640"/>
            <a:ext cx="2194560" cy="6858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22392" y="1691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rates &amp; costs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42048" y="1691640"/>
            <a:ext cx="2194560" cy="68580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53528" y="1691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cost range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73184" y="1691640"/>
            <a:ext cx="2194560" cy="6858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84664" y="1691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CSV report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 &amp; DATA 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CSV datasets (NASA93, COCOMO81, Desharnais) cleaned with pandas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Clean table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657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83280" y="2926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Prediction Model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 plus COCOMO II formula as baseline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Effort (person-months)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3657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17920" y="2926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Cost &amp; Risk Logic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effort x rate + cloud + tools; Monte-Carlo with NumPy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P10 / P50 / P90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3657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052560" y="2926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3544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Streamlit App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form, charts and CSV download, all in Python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Final report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212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(only if time remains): LLM suggests a feature list from pasted requirements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+ cost range     </a:t>
            </a: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dimensions: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+ cloud + tools     </a:t>
            </a: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only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Prototype Plan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AND WHY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4708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scikit-learn, NumPy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Beginner-friendly; works well on small tabular datasets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558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11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Plotly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40507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in pure Python, no frontend coding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646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HOSTING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120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CSV datasets, GitHub, Streamlit Cloud (free)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77240" y="55595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or paid service needed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1737360"/>
            <a:ext cx="5148072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18288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b="1" dirty="0">
                <a:solidFill>
                  <a:schemeClr val="bg1">
                    <a:lumMod val="95000"/>
                  </a:schemeClr>
                </a:solidFill>
              </a:rPr>
              <a:t>Shifa Attar: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 AI/ML &amp; dataset </a:t>
            </a:r>
          </a:p>
          <a:p>
            <a:pPr lvl="0"/>
            <a:r>
              <a:rPr lang="en-IN" sz="140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Poorvi Biradar </a:t>
            </a:r>
            <a:r>
              <a:rPr lang="en-IN" sz="1400" b="1" dirty="0">
                <a:solidFill>
                  <a:schemeClr val="bg1">
                    <a:lumMod val="95000"/>
                  </a:schemeClr>
                </a:solidFill>
              </a:rPr>
              <a:t>: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 Backend &amp; API </a:t>
            </a:r>
          </a:p>
          <a:p>
            <a:pPr lvl="0"/>
            <a:r>
              <a:rPr lang="en-IN" sz="1400" b="1" dirty="0">
                <a:solidFill>
                  <a:schemeClr val="bg1">
                    <a:lumMod val="95000"/>
                  </a:schemeClr>
                </a:solidFill>
              </a:rPr>
              <a:t>Vaishnavi Halli: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 Cost estimation &amp; scenarios </a:t>
            </a:r>
          </a:p>
          <a:p>
            <a:pPr lvl="0"/>
            <a:r>
              <a:rPr lang="en-IN" sz="1400" b="1" dirty="0">
                <a:solidFill>
                  <a:schemeClr val="bg1">
                    <a:lumMod val="95000"/>
                  </a:schemeClr>
                </a:solidFill>
              </a:rPr>
              <a:t>Pallavi 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M </a:t>
            </a:r>
            <a:r>
              <a:rPr lang="en-IN" sz="1400" dirty="0" err="1">
                <a:solidFill>
                  <a:schemeClr val="bg1">
                    <a:lumMod val="95000"/>
                  </a:schemeClr>
                </a:solidFill>
                <a:latin typeface="Aptos"/>
              </a:rPr>
              <a:t>Sunagar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  <a:latin typeface="Aptos"/>
              </a:rPr>
              <a:t> </a:t>
            </a:r>
            <a:r>
              <a:rPr lang="en-IN" sz="1400" b="1" dirty="0">
                <a:solidFill>
                  <a:schemeClr val="bg1">
                    <a:lumMod val="95000"/>
                  </a:schemeClr>
                </a:solidFill>
              </a:rPr>
              <a:t>: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 Frontend &amp; UI </a:t>
            </a:r>
          </a:p>
          <a:p>
            <a:pPr lvl="0"/>
            <a:r>
              <a:rPr lang="en-IN" sz="1400" b="1" dirty="0">
                <a:solidFill>
                  <a:schemeClr val="bg1">
                    <a:lumMod val="95000"/>
                  </a:schemeClr>
                </a:solidFill>
              </a:rPr>
              <a:t>Pruthvi  K Biradar:</a:t>
            </a:r>
            <a:r>
              <a:rPr lang="en-IN" sz="1400" dirty="0">
                <a:solidFill>
                  <a:schemeClr val="bg1">
                    <a:lumMod val="95000"/>
                  </a:schemeClr>
                </a:solidFill>
              </a:rPr>
              <a:t> Integration, testing &amp; presentation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922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TIMELINE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931920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9319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build COCOMO II baseline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92240" y="4535424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453542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453542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ML models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92240" y="5138928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5138928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5138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calculator and Monte-Carlo range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92240" y="5742432"/>
            <a:ext cx="105156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57424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5742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app, testing, demo practice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Demo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deliverables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Streamlit web app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prediction from inputs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COCOMO II comparison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range chart + CSV download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88536" y="14630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7136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2011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sample project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predicted effort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rates and costs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P10/P50/P90 chart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28432" y="14630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57032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 &amp; risks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57032" y="2011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MMRE, PRED(25) on test data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compared fairly with baseline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data: use cross-validation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on time: core first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041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(NOT IN HACKATHON)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89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breakdown of requirements into features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MS Project integration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datasets and ERP sync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468112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041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DEPENDENCIES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389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datasets (NASA93, COCOMO81, Desharnais)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with Python; no GPU needed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 or local demo; no paid services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669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website : 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https://ai-cost-estimator-qmger4ydajvkphwbhs97c8.streamlit.app/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791</Words>
  <Application>Microsoft Office PowerPoint</Application>
  <PresentationFormat>Widescreen</PresentationFormat>
  <Paragraphs>141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Somashekhar Halli</cp:lastModifiedBy>
  <cp:revision>4</cp:revision>
  <dcterms:created xsi:type="dcterms:W3CDTF">2026-10-05T10:39:23Z</dcterms:created>
  <dcterms:modified xsi:type="dcterms:W3CDTF">2026-10-05T11:29:38Z</dcterms:modified>
</cp:coreProperties>
</file>